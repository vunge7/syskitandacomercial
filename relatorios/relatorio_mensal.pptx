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Sm"/>
  </p:sldMasterIdLst>
  <p:sldIdLst>
    <p:sldId id="2561" r:id="rId1"/>
  </p:sldIdLst>
  <p:sldSz cx="10693400" cy="7556500" type="custom"/>
  <p:notesSz cx="6858000" cy="9144000"/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<Relationship Id="rIdTh" Type="http://schemas.openxmlformats.org/officeDocument/2006/relationships/theme" Target="../theme/theme1.xml"/>
<Relationship Id="rIdSl" Type="http://schemas.openxmlformats.org/officeDocument/2006/relationships/slideLayout" Target="../slideLayouts/slideLayout1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972812" name="Text">
    </p:cNvPr>
          <p:cNvSpPr>
            <a:spLocks noGrp="1"/>
          </p:cNvSpPr>
          <p:nvPr/>
        </p:nvSpPr>
        <p:spPr>
          <a:xfrm rot="0">
            <a:off x="254000" y="698500"/>
            <a:ext cx="4864100" cy="2413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latin typeface="Times New Roman"/>
                <a:ea typeface="Times New Roman"/>
                <a:cs typeface="Times New Roman"/>
              </a:rPr>
              <a:t>Relatório de Factura/Recibo - Mensal</a:t>
            </a:r>
          </a:p>
        </p:txBody>
      </p:sp>
      <p:sp>
        <p:nvSpPr>
          <p:cNvPr id="2116702937" name="Text">
    </p:cNvPr>
          <p:cNvSpPr>
            <a:spLocks noGrp="1"/>
          </p:cNvSpPr>
          <p:nvPr/>
        </p:nvSpPr>
        <p:spPr>
          <a:xfrm rot="0">
            <a:off x="8204200" y="254000"/>
            <a:ext cx="2171700" cy="165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Ano: </a:t>
            </a:r>
            <a:r>
              <a:rPr sz="1000" b="1">
</a:rPr>
              <a:t>2025</a:t>
            </a:r>
          </a:p>
        </p:txBody>
      </p:sp>
      <p:sp>
        <p:nvSpPr>
          <p:cNvPr id="626840566" name="Text">
    </p:cNvPr>
          <p:cNvSpPr>
            <a:spLocks noGrp="1"/>
          </p:cNvSpPr>
          <p:nvPr/>
        </p:nvSpPr>
        <p:spPr>
          <a:xfrm rot="0">
            <a:off x="8204200" y="406400"/>
            <a:ext cx="2171700" cy="165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r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Mês: </a:t>
            </a:r>
            <a:r>
              <a:rPr sz="1000" b="1">
</a:rPr>
              <a:t>Dezembro</a:t>
            </a:r>
          </a:p>
        </p:txBody>
      </p:sp>
      <p:sp>
        <p:nvSpPr>
          <p:cNvPr id="935113953" name="Line"/>
          <p:cNvSpPr>
            <a:spLocks noGrp="1"/>
          </p:cNvSpPr>
          <p:nvPr/>
        </p:nvSpPr>
        <p:spPr>
          <a:xfrm flipV="1">
            <a:off x="254000" y="952500"/>
            <a:ext cx="10185400" cy="0"/>
          </a:xfrm>
          <a:prstGeom prst="lin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740857" name="Text">
    </p:cNvPr>
          <p:cNvSpPr>
            <a:spLocks noGrp="1"/>
          </p:cNvSpPr>
          <p:nvPr/>
        </p:nvSpPr>
        <p:spPr>
          <a:xfrm rot="0">
            <a:off x="8204200" y="774700"/>
            <a:ext cx="2171700" cy="1651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r">
              <a:lnSpc>
                <a:spcPct val="100%"/>
              </a:lnSpc>
              <a:defRPr sz="9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900">
</a:rPr>
              <a:t>(Valores em </a:t>
            </a:r>
            <a:r>
              <a:rPr sz="900" b="1">
</a:rPr>
              <a:t>AKZ</a:t>
            </a:r>
            <a:r>
              <a:rPr sz="900">
</a:rPr>
              <a:t>)</a:t>
            </a:r>
          </a:p>
        </p:txBody>
      </p:sp>
      <p:sp>
        <p:nvSpPr>
          <p:cNvPr id="632545102" name="Text">
    </p:cNvPr>
          <p:cNvSpPr>
            <a:spLocks noGrp="1"/>
          </p:cNvSpPr>
          <p:nvPr/>
        </p:nvSpPr>
        <p:spPr>
          <a:xfrm rot="0">
            <a:off x="1295400" y="965200"/>
            <a:ext cx="863600" cy="190500"/>
          </a:xfrm>
          <a:prstGeom prst="rect">
            <a:avLst/>
          </a:prstGeom>
          <a:solidFill>
            <a:srgbClr val="CCCC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00" b="1">
                <a:latin typeface="Times New Roman"/>
                <a:ea typeface="Times New Roman"/>
                <a:cs typeface="Times New Roman"/>
              </a:rPr>
              <a:t>Carne Bovina</a:t>
            </a:r>
          </a:p>
        </p:txBody>
      </p:sp>
      <p:sp>
        <p:nvSpPr>
          <p:cNvPr id="1723034477" name="Text">
    </p:cNvPr>
          <p:cNvSpPr>
            <a:spLocks noGrp="1"/>
          </p:cNvSpPr>
          <p:nvPr/>
        </p:nvSpPr>
        <p:spPr>
          <a:xfrm rot="0">
            <a:off x="254000" y="965200"/>
            <a:ext cx="68580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00" b="1">
                <a:latin typeface="Times New Roman"/>
                <a:ea typeface="Times New Roman"/>
                <a:cs typeface="Times New Roman"/>
              </a:rPr>
              <a:t>Data</a:t>
            </a:r>
          </a:p>
        </p:txBody>
      </p:sp>
      <p:sp>
        <p:nvSpPr>
          <p:cNvPr id="888848614" name="Text">
    </p:cNvPr>
          <p:cNvSpPr>
            <a:spLocks noGrp="1"/>
          </p:cNvSpPr>
          <p:nvPr/>
        </p:nvSpPr>
        <p:spPr>
          <a:xfrm rot="0">
            <a:off x="939800" y="965200"/>
            <a:ext cx="355600" cy="190500"/>
          </a:xfrm>
          <a:prstGeom prst="rect">
            <a:avLst/>
          </a:prstGeom>
          <a:solidFill>
            <a:srgbClr val="CCCC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00" b="1">
                <a:latin typeface="Times New Roman"/>
                <a:ea typeface="Times New Roman"/>
                <a:cs typeface="Times New Roman"/>
              </a:rPr>
              <a:t>Diário</a:t>
            </a:r>
          </a:p>
        </p:txBody>
      </p:sp>
      <p:sp>
        <p:nvSpPr>
          <p:cNvPr id="579769456" name="Text">
    </p:cNvPr>
          <p:cNvSpPr>
            <a:spLocks noGrp="1"/>
          </p:cNvSpPr>
          <p:nvPr/>
        </p:nvSpPr>
        <p:spPr>
          <a:xfrm rot="0">
            <a:off x="3886200" y="965200"/>
            <a:ext cx="863600" cy="190500"/>
          </a:xfrm>
          <a:prstGeom prst="rect">
            <a:avLst/>
          </a:prstGeom>
          <a:solidFill>
            <a:srgbClr val="CCCC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00" b="1">
                <a:latin typeface="Times New Roman"/>
                <a:ea typeface="Times New Roman"/>
                <a:cs typeface="Times New Roman"/>
              </a:rPr>
              <a:t>Carne Ovina</a:t>
            </a:r>
          </a:p>
        </p:txBody>
      </p:sp>
      <p:sp>
        <p:nvSpPr>
          <p:cNvPr id="435975872" name="Text">
    </p:cNvPr>
          <p:cNvSpPr>
            <a:spLocks noGrp="1"/>
          </p:cNvSpPr>
          <p:nvPr/>
        </p:nvSpPr>
        <p:spPr>
          <a:xfrm rot="0">
            <a:off x="2159000" y="965200"/>
            <a:ext cx="863600" cy="190500"/>
          </a:xfrm>
          <a:prstGeom prst="rect">
            <a:avLst/>
          </a:prstGeom>
          <a:solidFill>
            <a:srgbClr val="CCCC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00" b="1">
                <a:latin typeface="Times New Roman"/>
                <a:ea typeface="Times New Roman"/>
                <a:cs typeface="Times New Roman"/>
              </a:rPr>
              <a:t>Carne Suina</a:t>
            </a:r>
          </a:p>
        </p:txBody>
      </p:sp>
      <p:sp>
        <p:nvSpPr>
          <p:cNvPr id="1693032081" name="Text">
    </p:cNvPr>
          <p:cNvSpPr>
            <a:spLocks noGrp="1"/>
          </p:cNvSpPr>
          <p:nvPr/>
        </p:nvSpPr>
        <p:spPr>
          <a:xfrm rot="0">
            <a:off x="9067800" y="965200"/>
            <a:ext cx="137160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99CC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1">
                <a:latin typeface="Times New Roman"/>
                <a:ea typeface="Times New Roman"/>
                <a:cs typeface="Times New Roman"/>
              </a:rPr>
              <a:t>Total</a:t>
            </a:r>
          </a:p>
        </p:txBody>
      </p:sp>
      <p:sp>
        <p:nvSpPr>
          <p:cNvPr id="116821786" name="Text">
    </p:cNvPr>
          <p:cNvSpPr>
            <a:spLocks noGrp="1"/>
          </p:cNvSpPr>
          <p:nvPr/>
        </p:nvSpPr>
        <p:spPr>
          <a:xfrm rot="0">
            <a:off x="4749800" y="965200"/>
            <a:ext cx="863600" cy="190500"/>
          </a:xfrm>
          <a:prstGeom prst="rect">
            <a:avLst/>
          </a:prstGeom>
          <a:solidFill>
            <a:srgbClr val="CCCC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00" b="1">
                <a:latin typeface="Times New Roman"/>
                <a:ea typeface="Times New Roman"/>
                <a:cs typeface="Times New Roman"/>
              </a:rPr>
              <a:t>Aves</a:t>
            </a:r>
          </a:p>
        </p:txBody>
      </p:sp>
      <p:sp>
        <p:nvSpPr>
          <p:cNvPr id="1351464608" name="Text">
    </p:cNvPr>
          <p:cNvSpPr>
            <a:spLocks noGrp="1"/>
          </p:cNvSpPr>
          <p:nvPr/>
        </p:nvSpPr>
        <p:spPr>
          <a:xfrm rot="0">
            <a:off x="7340600" y="965200"/>
            <a:ext cx="863600" cy="190500"/>
          </a:xfrm>
          <a:prstGeom prst="rect">
            <a:avLst/>
          </a:prstGeom>
          <a:solidFill>
            <a:srgbClr val="CCCC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00" b="1">
                <a:latin typeface="Times New Roman"/>
                <a:ea typeface="Times New Roman"/>
                <a:cs typeface="Times New Roman"/>
              </a:rPr>
              <a:t>Sal</a:t>
            </a:r>
          </a:p>
        </p:txBody>
      </p:sp>
      <p:sp>
        <p:nvSpPr>
          <p:cNvPr id="708673543" name="Text">
    </p:cNvPr>
          <p:cNvSpPr>
            <a:spLocks noGrp="1"/>
          </p:cNvSpPr>
          <p:nvPr/>
        </p:nvSpPr>
        <p:spPr>
          <a:xfrm rot="0">
            <a:off x="5613400" y="965200"/>
            <a:ext cx="863600" cy="190500"/>
          </a:xfrm>
          <a:prstGeom prst="rect">
            <a:avLst/>
          </a:prstGeom>
          <a:solidFill>
            <a:srgbClr val="CCCC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00" b="1">
                <a:latin typeface="Times New Roman"/>
                <a:ea typeface="Times New Roman"/>
                <a:cs typeface="Times New Roman"/>
              </a:rPr>
              <a:t>Ovos</a:t>
            </a:r>
          </a:p>
        </p:txBody>
      </p:sp>
      <p:sp>
        <p:nvSpPr>
          <p:cNvPr id="42507975" name="Text">
    </p:cNvPr>
          <p:cNvSpPr>
            <a:spLocks noGrp="1"/>
          </p:cNvSpPr>
          <p:nvPr/>
        </p:nvSpPr>
        <p:spPr>
          <a:xfrm rot="0">
            <a:off x="8204200" y="965200"/>
            <a:ext cx="863600" cy="190500"/>
          </a:xfrm>
          <a:prstGeom prst="rect">
            <a:avLst/>
          </a:prstGeom>
          <a:solidFill>
            <a:srgbClr val="CCCC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00" b="1">
                <a:latin typeface="Times New Roman"/>
                <a:ea typeface="Times New Roman"/>
                <a:cs typeface="Times New Roman"/>
              </a:rPr>
              <a:t>Temperos</a:t>
            </a:r>
          </a:p>
        </p:txBody>
      </p:sp>
      <p:sp>
        <p:nvSpPr>
          <p:cNvPr id="817123283" name="Text">
    </p:cNvPr>
          <p:cNvSpPr>
            <a:spLocks noGrp="1"/>
          </p:cNvSpPr>
          <p:nvPr/>
        </p:nvSpPr>
        <p:spPr>
          <a:xfrm rot="0">
            <a:off x="6477000" y="965200"/>
            <a:ext cx="863600" cy="190500"/>
          </a:xfrm>
          <a:prstGeom prst="rect">
            <a:avLst/>
          </a:prstGeom>
          <a:solidFill>
            <a:srgbClr val="CCCC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00" b="1">
                <a:latin typeface="Times New Roman"/>
                <a:ea typeface="Times New Roman"/>
                <a:cs typeface="Times New Roman"/>
              </a:rPr>
              <a:t>Enchidos</a:t>
            </a:r>
          </a:p>
        </p:txBody>
      </p:sp>
      <p:sp>
        <p:nvSpPr>
          <p:cNvPr id="229758931" name="Text">
    </p:cNvPr>
          <p:cNvSpPr>
            <a:spLocks noGrp="1"/>
          </p:cNvSpPr>
          <p:nvPr/>
        </p:nvSpPr>
        <p:spPr>
          <a:xfrm rot="0">
            <a:off x="3022600" y="965200"/>
            <a:ext cx="863600" cy="190500"/>
          </a:xfrm>
          <a:prstGeom prst="rect">
            <a:avLst/>
          </a:prstGeom>
          <a:solidFill>
            <a:srgbClr val="CCCC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00" b="1">
                <a:latin typeface="Times New Roman"/>
                <a:ea typeface="Times New Roman"/>
                <a:cs typeface="Times New Roman"/>
              </a:rPr>
              <a:t>Carne Caprina</a:t>
            </a:r>
          </a:p>
        </p:txBody>
      </p:sp>
      <p:sp>
        <p:nvSpPr>
          <p:cNvPr id="1271546842" name="Text">
    </p:cNvPr>
          <p:cNvSpPr>
            <a:spLocks noGrp="1"/>
          </p:cNvSpPr>
          <p:nvPr/>
        </p:nvSpPr>
        <p:spPr>
          <a:xfrm rot="0">
            <a:off x="939800" y="1155700"/>
            <a:ext cx="355600" cy="152400"/>
          </a:xfrm>
          <a:prstGeom prst="rect">
            <a:avLst/>
          </a:prstGeom>
          <a:ln w="3175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233996994" name="Text">
    </p:cNvPr>
          <p:cNvSpPr>
            <a:spLocks noGrp="1"/>
          </p:cNvSpPr>
          <p:nvPr/>
        </p:nvSpPr>
        <p:spPr>
          <a:xfrm rot="0">
            <a:off x="1295400" y="1155700"/>
            <a:ext cx="863600" cy="152400"/>
          </a:xfrm>
          <a:prstGeom prst="rect">
            <a:avLst/>
          </a:prstGeom>
          <a:ln w="3175">
            <a:solidFill>
              <a:srgbClr val="000000"/>
            </a:solidFill>
            <a:prstDash val="solid"/>
          </a:ln>
        </p:spPr>
        <p:txBody>
          <a:bodyPr wrap="square" lIns="0" tIns="0" rIns="25400" bIns="0" rtlCol="0" anchor="ctr"/>
          <a:lstStyle/>
          <a:p>
            <a:pPr algn="r">
              <a:lnSpc>
                <a:spcPct val="100%"/>
              </a:lnSpc>
              <a:defRPr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>
                <a:latin typeface="Times New Roman"/>
                <a:ea typeface="Times New Roman"/>
                <a:cs typeface="Times New Roman"/>
              </a:rPr>
              <a:t>6,750.00</a:t>
            </a:r>
          </a:p>
        </p:txBody>
      </p:sp>
      <p:sp>
        <p:nvSpPr>
          <p:cNvPr id="522882680" name="Text">
    </p:cNvPr>
          <p:cNvSpPr>
            <a:spLocks noGrp="1"/>
          </p:cNvSpPr>
          <p:nvPr/>
        </p:nvSpPr>
        <p:spPr>
          <a:xfrm rot="0">
            <a:off x="3886200" y="1155700"/>
            <a:ext cx="863600" cy="152400"/>
          </a:xfrm>
          <a:prstGeom prst="rect">
            <a:avLst/>
          </a:prstGeom>
          <a:ln w="3175">
            <a:solidFill>
              <a:srgbClr val="000000"/>
            </a:solidFill>
            <a:prstDash val="solid"/>
          </a:ln>
        </p:spPr>
        <p:txBody>
          <a:bodyPr wrap="square" lIns="0" tIns="0" rIns="25400" bIns="0" rtlCol="0" anchor="ctr"/>
          <a:lstStyle/>
          <a:p>
            <a:pPr algn="r">
              <a:lnSpc>
                <a:spcPct val="100%"/>
              </a:lnSpc>
              <a:defRPr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>
                <a:latin typeface="Times New Roman"/>
                <a:ea typeface="Times New Roman"/>
                <a:cs typeface="Times New Roman"/>
              </a:rPr>
              <a:t>0.00</a:t>
            </a:r>
          </a:p>
        </p:txBody>
      </p:sp>
      <p:sp>
        <p:nvSpPr>
          <p:cNvPr id="472308993" name="Text">
    </p:cNvPr>
          <p:cNvSpPr>
            <a:spLocks noGrp="1"/>
          </p:cNvSpPr>
          <p:nvPr/>
        </p:nvSpPr>
        <p:spPr>
          <a:xfrm rot="0">
            <a:off x="2159000" y="1155700"/>
            <a:ext cx="863600" cy="152400"/>
          </a:xfrm>
          <a:prstGeom prst="rect">
            <a:avLst/>
          </a:prstGeom>
          <a:ln w="3175">
            <a:solidFill>
              <a:srgbClr val="000000"/>
            </a:solidFill>
            <a:prstDash val="solid"/>
          </a:ln>
        </p:spPr>
        <p:txBody>
          <a:bodyPr wrap="square" lIns="0" tIns="0" rIns="25400" bIns="0" rtlCol="0" anchor="ctr"/>
          <a:lstStyle/>
          <a:p>
            <a:pPr algn="r">
              <a:lnSpc>
                <a:spcPct val="100%"/>
              </a:lnSpc>
              <a:defRPr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>
                <a:latin typeface="Times New Roman"/>
                <a:ea typeface="Times New Roman"/>
                <a:cs typeface="Times New Roman"/>
              </a:rPr>
              <a:t>0.00</a:t>
            </a:r>
          </a:p>
        </p:txBody>
      </p:sp>
      <p:sp>
        <p:nvSpPr>
          <p:cNvPr id="90933708" name="Text">
    </p:cNvPr>
          <p:cNvSpPr>
            <a:spLocks noGrp="1"/>
          </p:cNvSpPr>
          <p:nvPr/>
        </p:nvSpPr>
        <p:spPr>
          <a:xfrm rot="0">
            <a:off x="254000" y="1155700"/>
            <a:ext cx="685800" cy="152400"/>
          </a:xfrm>
          <a:prstGeom prst="rect">
            <a:avLst/>
          </a:prstGeom>
          <a:ln w="3175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>
                <a:latin typeface="Times New Roman"/>
                <a:ea typeface="Times New Roman"/>
                <a:cs typeface="Times New Roman"/>
              </a:rPr>
              <a:t>18/12/2025</a:t>
            </a:r>
          </a:p>
        </p:txBody>
      </p:sp>
      <p:sp>
        <p:nvSpPr>
          <p:cNvPr id="479657777" name="Text">
    </p:cNvPr>
          <p:cNvSpPr>
            <a:spLocks noGrp="1"/>
          </p:cNvSpPr>
          <p:nvPr/>
        </p:nvSpPr>
        <p:spPr>
          <a:xfrm rot="0">
            <a:off x="9067800" y="1155700"/>
            <a:ext cx="1371600" cy="152400"/>
          </a:xfrm>
          <a:prstGeom prst="rect">
            <a:avLst/>
          </a:prstGeom>
          <a:solidFill>
            <a:srgbClr val="CCFFFF"/>
          </a:solidFill>
          <a:ln w="3175">
            <a:solidFill>
              <a:srgbClr val="000000"/>
            </a:solidFill>
            <a:prstDash val="solid"/>
          </a:ln>
        </p:spPr>
        <p:txBody>
          <a:bodyPr wrap="square" lIns="0" tIns="0" rIns="25400" bIns="0" rtlCol="0" anchor="ctr"/>
          <a:lstStyle/>
          <a:p>
            <a:pPr algn="r">
              <a:lnSpc>
                <a:spcPct val="100%"/>
              </a:lnSpc>
              <a:defRPr sz="1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1">
                <a:latin typeface="Times New Roman"/>
                <a:ea typeface="Times New Roman"/>
                <a:cs typeface="Times New Roman"/>
              </a:rPr>
              <a:t>8,850.00</a:t>
            </a:r>
          </a:p>
        </p:txBody>
      </p:sp>
      <p:sp>
        <p:nvSpPr>
          <p:cNvPr id="1459940245" name="Text">
    </p:cNvPr>
          <p:cNvSpPr>
            <a:spLocks noGrp="1"/>
          </p:cNvSpPr>
          <p:nvPr/>
        </p:nvSpPr>
        <p:spPr>
          <a:xfrm rot="0">
            <a:off x="4749800" y="1155700"/>
            <a:ext cx="863600" cy="152400"/>
          </a:xfrm>
          <a:prstGeom prst="rect">
            <a:avLst/>
          </a:prstGeom>
          <a:ln w="3175">
            <a:solidFill>
              <a:srgbClr val="000000"/>
            </a:solidFill>
            <a:prstDash val="solid"/>
          </a:ln>
        </p:spPr>
        <p:txBody>
          <a:bodyPr wrap="square" lIns="0" tIns="0" rIns="25400" bIns="0" rtlCol="0" anchor="ctr"/>
          <a:lstStyle/>
          <a:p>
            <a:pPr algn="r">
              <a:lnSpc>
                <a:spcPct val="100%"/>
              </a:lnSpc>
              <a:defRPr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>
                <a:latin typeface="Times New Roman"/>
                <a:ea typeface="Times New Roman"/>
                <a:cs typeface="Times New Roman"/>
              </a:rPr>
              <a:t>0.00</a:t>
            </a:r>
          </a:p>
        </p:txBody>
      </p:sp>
      <p:sp>
        <p:nvSpPr>
          <p:cNvPr id="2103503521" name="Text">
    </p:cNvPr>
          <p:cNvSpPr>
            <a:spLocks noGrp="1"/>
          </p:cNvSpPr>
          <p:nvPr/>
        </p:nvSpPr>
        <p:spPr>
          <a:xfrm rot="0">
            <a:off x="7340600" y="1155700"/>
            <a:ext cx="863600" cy="152400"/>
          </a:xfrm>
          <a:prstGeom prst="rect">
            <a:avLst/>
          </a:prstGeom>
          <a:ln w="3175">
            <a:solidFill>
              <a:srgbClr val="000000"/>
            </a:solidFill>
            <a:prstDash val="solid"/>
          </a:ln>
        </p:spPr>
        <p:txBody>
          <a:bodyPr wrap="square" lIns="0" tIns="0" rIns="25400" bIns="0" rtlCol="0" anchor="ctr"/>
          <a:lstStyle/>
          <a:p>
            <a:pPr algn="r">
              <a:lnSpc>
                <a:spcPct val="100%"/>
              </a:lnSpc>
              <a:defRPr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>
                <a:latin typeface="Times New Roman"/>
                <a:ea typeface="Times New Roman"/>
                <a:cs typeface="Times New Roman"/>
              </a:rPr>
              <a:t>0.00</a:t>
            </a:r>
          </a:p>
        </p:txBody>
      </p:sp>
      <p:sp>
        <p:nvSpPr>
          <p:cNvPr id="605825320" name="Text">
    </p:cNvPr>
          <p:cNvSpPr>
            <a:spLocks noGrp="1"/>
          </p:cNvSpPr>
          <p:nvPr/>
        </p:nvSpPr>
        <p:spPr>
          <a:xfrm rot="0">
            <a:off x="8204200" y="1155700"/>
            <a:ext cx="863600" cy="152400"/>
          </a:xfrm>
          <a:prstGeom prst="rect">
            <a:avLst/>
          </a:prstGeom>
          <a:ln w="3175">
            <a:solidFill>
              <a:srgbClr val="000000"/>
            </a:solidFill>
            <a:prstDash val="solid"/>
          </a:ln>
        </p:spPr>
        <p:txBody>
          <a:bodyPr wrap="square" lIns="0" tIns="0" rIns="25400" bIns="0" rtlCol="0" anchor="ctr"/>
          <a:lstStyle/>
          <a:p>
            <a:pPr algn="r">
              <a:lnSpc>
                <a:spcPct val="100%"/>
              </a:lnSpc>
              <a:defRPr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>
                <a:latin typeface="Times New Roman"/>
                <a:ea typeface="Times New Roman"/>
                <a:cs typeface="Times New Roman"/>
              </a:rPr>
              <a:t>2,100.00</a:t>
            </a:r>
          </a:p>
        </p:txBody>
      </p:sp>
      <p:sp>
        <p:nvSpPr>
          <p:cNvPr id="265827821" name="Text">
    </p:cNvPr>
          <p:cNvSpPr>
            <a:spLocks noGrp="1"/>
          </p:cNvSpPr>
          <p:nvPr/>
        </p:nvSpPr>
        <p:spPr>
          <a:xfrm rot="0">
            <a:off x="5613400" y="1155700"/>
            <a:ext cx="863600" cy="152400"/>
          </a:xfrm>
          <a:prstGeom prst="rect">
            <a:avLst/>
          </a:prstGeom>
          <a:ln w="3175">
            <a:solidFill>
              <a:srgbClr val="000000"/>
            </a:solidFill>
            <a:prstDash val="solid"/>
          </a:ln>
        </p:spPr>
        <p:txBody>
          <a:bodyPr wrap="square" lIns="0" tIns="0" rIns="25400" bIns="0" rtlCol="0" anchor="ctr"/>
          <a:lstStyle/>
          <a:p>
            <a:pPr algn="r">
              <a:lnSpc>
                <a:spcPct val="100%"/>
              </a:lnSpc>
              <a:defRPr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>
                <a:latin typeface="Times New Roman"/>
                <a:ea typeface="Times New Roman"/>
                <a:cs typeface="Times New Roman"/>
              </a:rPr>
              <a:t>0.00</a:t>
            </a:r>
          </a:p>
        </p:txBody>
      </p:sp>
      <p:sp>
        <p:nvSpPr>
          <p:cNvPr id="2138062784" name="Text">
    </p:cNvPr>
          <p:cNvSpPr>
            <a:spLocks noGrp="1"/>
          </p:cNvSpPr>
          <p:nvPr/>
        </p:nvSpPr>
        <p:spPr>
          <a:xfrm rot="0">
            <a:off x="6477000" y="1155700"/>
            <a:ext cx="863600" cy="152400"/>
          </a:xfrm>
          <a:prstGeom prst="rect">
            <a:avLst/>
          </a:prstGeom>
          <a:ln w="3175">
            <a:solidFill>
              <a:srgbClr val="000000"/>
            </a:solidFill>
            <a:prstDash val="solid"/>
          </a:ln>
        </p:spPr>
        <p:txBody>
          <a:bodyPr wrap="square" lIns="0" tIns="0" rIns="25400" bIns="0" rtlCol="0" anchor="ctr"/>
          <a:lstStyle/>
          <a:p>
            <a:pPr algn="r">
              <a:lnSpc>
                <a:spcPct val="100%"/>
              </a:lnSpc>
              <a:defRPr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>
                <a:latin typeface="Times New Roman"/>
                <a:ea typeface="Times New Roman"/>
                <a:cs typeface="Times New Roman"/>
              </a:rPr>
              <a:t>0.00</a:t>
            </a:r>
          </a:p>
        </p:txBody>
      </p:sp>
      <p:sp>
        <p:nvSpPr>
          <p:cNvPr id="88074093" name="Text">
    </p:cNvPr>
          <p:cNvSpPr>
            <a:spLocks noGrp="1"/>
          </p:cNvSpPr>
          <p:nvPr/>
        </p:nvSpPr>
        <p:spPr>
          <a:xfrm rot="0">
            <a:off x="3022600" y="1155700"/>
            <a:ext cx="863600" cy="152400"/>
          </a:xfrm>
          <a:prstGeom prst="rect">
            <a:avLst/>
          </a:prstGeom>
          <a:ln w="3175">
            <a:solidFill>
              <a:srgbClr val="000000"/>
            </a:solidFill>
            <a:prstDash val="solid"/>
          </a:ln>
        </p:spPr>
        <p:txBody>
          <a:bodyPr wrap="square" lIns="0" tIns="0" rIns="25400" bIns="0" rtlCol="0" anchor="ctr"/>
          <a:lstStyle/>
          <a:p>
            <a:pPr algn="r">
              <a:lnSpc>
                <a:spcPct val="100%"/>
              </a:lnSpc>
              <a:defRPr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>
                <a:latin typeface="Times New Roman"/>
                <a:ea typeface="Times New Roman"/>
                <a:cs typeface="Times New Roman"/>
              </a:rPr>
              <a:t>0.00</a:t>
            </a:r>
          </a:p>
        </p:txBody>
      </p:sp>
      <p:sp>
        <p:nvSpPr>
          <p:cNvPr id="1085266827" name="Text">
    </p:cNvPr>
          <p:cNvSpPr>
            <a:spLocks noGrp="1"/>
          </p:cNvSpPr>
          <p:nvPr/>
        </p:nvSpPr>
        <p:spPr>
          <a:xfrm rot="0">
            <a:off x="254000" y="1308100"/>
            <a:ext cx="1041400" cy="203200"/>
          </a:xfrm>
          <a:prstGeom prst="rect">
            <a:avLst/>
          </a:prstGeom>
          <a:solidFill>
            <a:srgbClr val="CCFFFF"/>
          </a:solidFill>
          <a:ln w="635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1">
                <a:latin typeface="Times New Roman"/>
                <a:ea typeface="Times New Roman"/>
                <a:cs typeface="Times New Roman"/>
              </a:rPr>
              <a:t>Total Geral</a:t>
            </a:r>
          </a:p>
        </p:txBody>
      </p:sp>
      <p:sp>
        <p:nvSpPr>
          <p:cNvPr id="244771118" name="Text">
    </p:cNvPr>
          <p:cNvSpPr>
            <a:spLocks noGrp="1"/>
          </p:cNvSpPr>
          <p:nvPr/>
        </p:nvSpPr>
        <p:spPr>
          <a:xfrm rot="0">
            <a:off x="1295400" y="1308100"/>
            <a:ext cx="863600" cy="203200"/>
          </a:xfrm>
          <a:prstGeom prst="rect">
            <a:avLst/>
          </a:prstGeom>
          <a:solidFill>
            <a:srgbClr val="CCFFFF"/>
          </a:solidFill>
          <a:ln w="3175">
            <a:solidFill>
              <a:srgbClr val="000000"/>
            </a:solidFill>
            <a:prstDash val="solid"/>
          </a:ln>
        </p:spPr>
        <p:txBody>
          <a:bodyPr wrap="square" lIns="0" tIns="0" rIns="25400" bIns="0" rtlCol="0" anchor="ctr"/>
          <a:lstStyle/>
          <a:p>
            <a:pPr algn="r">
              <a:lnSpc>
                <a:spcPct val="100%"/>
              </a:lnSpc>
              <a:defRPr sz="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00" b="1">
                <a:latin typeface="Times New Roman"/>
                <a:ea typeface="Times New Roman"/>
                <a:cs typeface="Times New Roman"/>
              </a:rPr>
              <a:t>6,750.00</a:t>
            </a:r>
          </a:p>
        </p:txBody>
      </p:sp>
      <p:sp>
        <p:nvSpPr>
          <p:cNvPr id="1894140163" name="Text">
    </p:cNvPr>
          <p:cNvSpPr>
            <a:spLocks noGrp="1"/>
          </p:cNvSpPr>
          <p:nvPr/>
        </p:nvSpPr>
        <p:spPr>
          <a:xfrm rot="0">
            <a:off x="3886200" y="1308100"/>
            <a:ext cx="863600" cy="203200"/>
          </a:xfrm>
          <a:prstGeom prst="rect">
            <a:avLst/>
          </a:prstGeom>
          <a:solidFill>
            <a:srgbClr val="CCFFFF"/>
          </a:solidFill>
          <a:ln w="3175">
            <a:solidFill>
              <a:srgbClr val="000000"/>
            </a:solidFill>
            <a:prstDash val="solid"/>
          </a:ln>
        </p:spPr>
        <p:txBody>
          <a:bodyPr wrap="square" lIns="0" tIns="0" rIns="25400" bIns="0" rtlCol="0" anchor="ctr"/>
          <a:lstStyle/>
          <a:p>
            <a:pPr algn="r">
              <a:lnSpc>
                <a:spcPct val="100%"/>
              </a:lnSpc>
              <a:defRPr sz="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00" b="1">
                <a:latin typeface="Times New Roman"/>
                <a:ea typeface="Times New Roman"/>
                <a:cs typeface="Times New Roman"/>
              </a:rPr>
              <a:t>0.00</a:t>
            </a:r>
          </a:p>
        </p:txBody>
      </p:sp>
      <p:sp>
        <p:nvSpPr>
          <p:cNvPr id="169397501" name="Text">
    </p:cNvPr>
          <p:cNvSpPr>
            <a:spLocks noGrp="1"/>
          </p:cNvSpPr>
          <p:nvPr/>
        </p:nvSpPr>
        <p:spPr>
          <a:xfrm rot="0">
            <a:off x="4749800" y="1308100"/>
            <a:ext cx="863600" cy="203200"/>
          </a:xfrm>
          <a:prstGeom prst="rect">
            <a:avLst/>
          </a:prstGeom>
          <a:solidFill>
            <a:srgbClr val="CCFFFF"/>
          </a:solidFill>
          <a:ln w="3175">
            <a:solidFill>
              <a:srgbClr val="000000"/>
            </a:solidFill>
            <a:prstDash val="solid"/>
          </a:ln>
        </p:spPr>
        <p:txBody>
          <a:bodyPr wrap="square" lIns="0" tIns="0" rIns="25400" bIns="0" rtlCol="0" anchor="ctr"/>
          <a:lstStyle/>
          <a:p>
            <a:pPr algn="r">
              <a:lnSpc>
                <a:spcPct val="100%"/>
              </a:lnSpc>
              <a:defRPr sz="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00" b="1">
                <a:latin typeface="Times New Roman"/>
                <a:ea typeface="Times New Roman"/>
                <a:cs typeface="Times New Roman"/>
              </a:rPr>
              <a:t>0.00</a:t>
            </a:r>
          </a:p>
        </p:txBody>
      </p:sp>
      <p:sp>
        <p:nvSpPr>
          <p:cNvPr id="886386102" name="Text">
    </p:cNvPr>
          <p:cNvSpPr>
            <a:spLocks noGrp="1"/>
          </p:cNvSpPr>
          <p:nvPr/>
        </p:nvSpPr>
        <p:spPr>
          <a:xfrm rot="0">
            <a:off x="9067800" y="1308100"/>
            <a:ext cx="1371600" cy="203200"/>
          </a:xfrm>
          <a:prstGeom prst="rect">
            <a:avLst/>
          </a:prstGeom>
          <a:solidFill>
            <a:srgbClr val="99CCFF"/>
          </a:solidFill>
          <a:ln w="3175">
            <a:solidFill>
              <a:srgbClr val="000000"/>
            </a:solidFill>
            <a:prstDash val="solid"/>
          </a:ln>
        </p:spPr>
        <p:txBody>
          <a:bodyPr wrap="square" lIns="0" tIns="0" rIns="25400" bIns="0" rtlCol="0" anchor="ctr"/>
          <a:lstStyle/>
          <a:p>
            <a:pPr algn="r">
              <a:lnSpc>
                <a:spcPct val="100%"/>
              </a:lnSpc>
              <a:defRPr sz="1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1">
                <a:latin typeface="Times New Roman"/>
                <a:ea typeface="Times New Roman"/>
                <a:cs typeface="Times New Roman"/>
              </a:rPr>
              <a:t>8,850.00</a:t>
            </a:r>
          </a:p>
        </p:txBody>
      </p:sp>
      <p:sp>
        <p:nvSpPr>
          <p:cNvPr id="221474203" name="Rectangle"/>
          <p:cNvSpPr>
            <a:spLocks noGrp="1"/>
          </p:cNvSpPr>
          <p:nvPr/>
        </p:nvSpPr>
        <p:spPr>
          <a:xfrm>
            <a:off x="165100" y="1562100"/>
            <a:ext cx="3759200" cy="571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340052335" name="Text">
    </p:cNvPr>
          <p:cNvSpPr>
            <a:spLocks noGrp="1"/>
          </p:cNvSpPr>
          <p:nvPr/>
        </p:nvSpPr>
        <p:spPr>
          <a:xfrm rot="0">
            <a:off x="1295400" y="1549400"/>
            <a:ext cx="1727200" cy="203200"/>
          </a:xfrm>
          <a:prstGeom prst="rect">
            <a:avLst/>
          </a:prstGeom>
          <a:solidFill>
            <a:srgbClr val="CCFFFF"/>
          </a:solidFill>
          <a:ln w="3175">
            <a:solidFill>
              <a:srgbClr val="000000"/>
            </a:solidFill>
            <a:prstDash val="solid"/>
          </a:ln>
        </p:spPr>
        <p:txBody>
          <a:bodyPr wrap="square" lIns="0" tIns="0" rIns="25400" bIns="0" rtlCol="0" anchor="ctr"/>
          <a:lstStyle/>
          <a:p>
            <a:pPr algn="r">
              <a:lnSpc>
                <a:spcPct val="100%"/>
              </a:lnSpc>
              <a:defRPr sz="1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latin typeface="Times New Roman"/>
                <a:ea typeface="Times New Roman"/>
                <a:cs typeface="Times New Roman"/>
              </a:rPr>
              <a:t>7,750.00</a:t>
            </a:r>
          </a:p>
        </p:txBody>
      </p:sp>
      <p:sp>
        <p:nvSpPr>
          <p:cNvPr id="65847629" name="Text">
    </p:cNvPr>
          <p:cNvSpPr>
            <a:spLocks noGrp="1"/>
          </p:cNvSpPr>
          <p:nvPr/>
        </p:nvSpPr>
        <p:spPr>
          <a:xfrm rot="0">
            <a:off x="241300" y="1549400"/>
            <a:ext cx="1054100" cy="2032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latin typeface="Times New Roman"/>
                <a:ea typeface="Times New Roman"/>
                <a:cs typeface="Times New Roman"/>
              </a:rPr>
              <a:t>Numerário</a:t>
            </a:r>
          </a:p>
        </p:txBody>
      </p:sp>
      <p:sp>
        <p:nvSpPr>
          <p:cNvPr id="516547611" name="Text">
    </p:cNvPr>
          <p:cNvSpPr>
            <a:spLocks noGrp="1"/>
          </p:cNvSpPr>
          <p:nvPr/>
        </p:nvSpPr>
        <p:spPr>
          <a:xfrm rot="0">
            <a:off x="1295400" y="1739900"/>
            <a:ext cx="1727200" cy="203200"/>
          </a:xfrm>
          <a:prstGeom prst="rect">
            <a:avLst/>
          </a:prstGeom>
          <a:solidFill>
            <a:srgbClr val="CCFFFF"/>
          </a:solidFill>
          <a:ln w="3175">
            <a:solidFill>
              <a:srgbClr val="000000"/>
            </a:solidFill>
            <a:prstDash val="solid"/>
          </a:ln>
        </p:spPr>
        <p:txBody>
          <a:bodyPr wrap="square" lIns="0" tIns="0" rIns="25400" bIns="0" rtlCol="0" anchor="ctr"/>
          <a:lstStyle/>
          <a:p>
            <a:pPr algn="r">
              <a:lnSpc>
                <a:spcPct val="100%"/>
              </a:lnSpc>
              <a:defRPr sz="1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latin typeface="Times New Roman"/>
                <a:ea typeface="Times New Roman"/>
                <a:cs typeface="Times New Roman"/>
              </a:rPr>
              <a:t>7,800.00</a:t>
            </a:r>
          </a:p>
        </p:txBody>
      </p:sp>
      <p:sp>
        <p:nvSpPr>
          <p:cNvPr id="134225388" name="Text">
    </p:cNvPr>
          <p:cNvSpPr>
            <a:spLocks noGrp="1"/>
          </p:cNvSpPr>
          <p:nvPr/>
        </p:nvSpPr>
        <p:spPr>
          <a:xfrm rot="0">
            <a:off x="241300" y="1739900"/>
            <a:ext cx="1054100" cy="2032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latin typeface="Times New Roman"/>
                <a:ea typeface="Times New Roman"/>
                <a:cs typeface="Times New Roman"/>
              </a:rPr>
              <a:t>Cartão</a:t>
            </a:r>
          </a:p>
        </p:txBody>
      </p:sp>
      <p:sp>
        <p:nvSpPr>
          <p:cNvPr id="1006089064" name="Text">
    </p:cNvPr>
          <p:cNvSpPr>
            <a:spLocks noGrp="1"/>
          </p:cNvSpPr>
          <p:nvPr/>
        </p:nvSpPr>
        <p:spPr>
          <a:xfrm rot="0">
            <a:off x="1295400" y="1943100"/>
            <a:ext cx="1727200" cy="190500"/>
          </a:xfrm>
          <a:prstGeom prst="rect">
            <a:avLst/>
          </a:prstGeom>
          <a:solidFill>
            <a:srgbClr val="99CCFF"/>
          </a:solidFill>
          <a:ln w="3175">
            <a:solidFill>
              <a:srgbClr val="000000"/>
            </a:solidFill>
            <a:prstDash val="solid"/>
          </a:ln>
        </p:spPr>
        <p:txBody>
          <a:bodyPr wrap="square" lIns="0" tIns="0" rIns="25400" bIns="0" rtlCol="0" anchor="ctr"/>
          <a:lstStyle/>
          <a:p>
            <a:pPr algn="r">
              <a:lnSpc>
                <a:spcPct val="100%"/>
              </a:lnSpc>
              <a:defRPr sz="13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1">
                <a:latin typeface="Times New Roman"/>
                <a:ea typeface="Times New Roman"/>
                <a:cs typeface="Times New Roman"/>
              </a:rPr>
              <a:t>15,550.00</a:t>
            </a:r>
          </a:p>
        </p:txBody>
      </p:sp>
      <p:sp>
        <p:nvSpPr>
          <p:cNvPr id="1584720882" name="Text">
    </p:cNvPr>
          <p:cNvSpPr>
            <a:spLocks noGrp="1"/>
          </p:cNvSpPr>
          <p:nvPr/>
        </p:nvSpPr>
        <p:spPr>
          <a:xfrm rot="0">
            <a:off x="241300" y="1943100"/>
            <a:ext cx="1054100" cy="1905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1">
                <a:latin typeface="Times New Roman"/>
                <a:ea typeface="Times New Roman"/>
                <a:cs typeface="Times New Roman"/>
              </a:rPr>
              <a:t>Total</a:t>
            </a:r>
          </a:p>
        </p:txBody>
      </p:sp>
      <p:sp>
        <p:nvSpPr>
          <p:cNvPr id="256648475" name="Text">
    </p:cNvPr>
          <p:cNvSpPr>
            <a:spLocks noGrp="1"/>
          </p:cNvSpPr>
          <p:nvPr/>
        </p:nvSpPr>
        <p:spPr>
          <a:xfrm rot="0">
            <a:off x="7340600" y="1308100"/>
            <a:ext cx="863600" cy="203200"/>
          </a:xfrm>
          <a:prstGeom prst="rect">
            <a:avLst/>
          </a:prstGeom>
          <a:solidFill>
            <a:srgbClr val="CCFFFF"/>
          </a:solidFill>
          <a:ln w="3175">
            <a:solidFill>
              <a:srgbClr val="000000"/>
            </a:solidFill>
            <a:prstDash val="solid"/>
          </a:ln>
        </p:spPr>
        <p:txBody>
          <a:bodyPr wrap="square" lIns="0" tIns="0" rIns="25400" bIns="0" rtlCol="0" anchor="ctr"/>
          <a:lstStyle/>
          <a:p>
            <a:pPr algn="r">
              <a:lnSpc>
                <a:spcPct val="100%"/>
              </a:lnSpc>
              <a:defRPr sz="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00" b="1">
                <a:latin typeface="Times New Roman"/>
                <a:ea typeface="Times New Roman"/>
                <a:cs typeface="Times New Roman"/>
              </a:rPr>
              <a:t>0.00</a:t>
            </a:r>
          </a:p>
        </p:txBody>
      </p:sp>
      <p:sp>
        <p:nvSpPr>
          <p:cNvPr id="128693859" name="Text">
    </p:cNvPr>
          <p:cNvSpPr>
            <a:spLocks noGrp="1"/>
          </p:cNvSpPr>
          <p:nvPr/>
        </p:nvSpPr>
        <p:spPr>
          <a:xfrm rot="0">
            <a:off x="2159000" y="1308100"/>
            <a:ext cx="863600" cy="203200"/>
          </a:xfrm>
          <a:prstGeom prst="rect">
            <a:avLst/>
          </a:prstGeom>
          <a:solidFill>
            <a:srgbClr val="CCFFFF"/>
          </a:solidFill>
          <a:ln w="3175">
            <a:solidFill>
              <a:srgbClr val="000000"/>
            </a:solidFill>
            <a:prstDash val="solid"/>
          </a:ln>
        </p:spPr>
        <p:txBody>
          <a:bodyPr wrap="square" lIns="0" tIns="0" rIns="25400" bIns="0" rtlCol="0" anchor="ctr"/>
          <a:lstStyle/>
          <a:p>
            <a:pPr algn="r">
              <a:lnSpc>
                <a:spcPct val="100%"/>
              </a:lnSpc>
              <a:defRPr sz="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00" b="1">
                <a:latin typeface="Times New Roman"/>
                <a:ea typeface="Times New Roman"/>
                <a:cs typeface="Times New Roman"/>
              </a:rPr>
              <a:t>0.00</a:t>
            </a:r>
          </a:p>
        </p:txBody>
      </p:sp>
      <p:sp>
        <p:nvSpPr>
          <p:cNvPr id="29436173" name="Text">
    </p:cNvPr>
          <p:cNvSpPr>
            <a:spLocks noGrp="1"/>
          </p:cNvSpPr>
          <p:nvPr/>
        </p:nvSpPr>
        <p:spPr>
          <a:xfrm rot="0">
            <a:off x="5613400" y="1308100"/>
            <a:ext cx="863600" cy="203200"/>
          </a:xfrm>
          <a:prstGeom prst="rect">
            <a:avLst/>
          </a:prstGeom>
          <a:solidFill>
            <a:srgbClr val="CCFFFF"/>
          </a:solidFill>
          <a:ln w="3175">
            <a:solidFill>
              <a:srgbClr val="000000"/>
            </a:solidFill>
            <a:prstDash val="solid"/>
          </a:ln>
        </p:spPr>
        <p:txBody>
          <a:bodyPr wrap="square" lIns="0" tIns="0" rIns="25400" bIns="0" rtlCol="0" anchor="ctr"/>
          <a:lstStyle/>
          <a:p>
            <a:pPr algn="r">
              <a:lnSpc>
                <a:spcPct val="100%"/>
              </a:lnSpc>
              <a:defRPr sz="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00" b="1">
                <a:latin typeface="Times New Roman"/>
                <a:ea typeface="Times New Roman"/>
                <a:cs typeface="Times New Roman"/>
              </a:rPr>
              <a:t>0.00</a:t>
            </a:r>
          </a:p>
        </p:txBody>
      </p:sp>
      <p:sp>
        <p:nvSpPr>
          <p:cNvPr id="2022930876" name="Text">
    </p:cNvPr>
          <p:cNvSpPr>
            <a:spLocks noGrp="1"/>
          </p:cNvSpPr>
          <p:nvPr/>
        </p:nvSpPr>
        <p:spPr>
          <a:xfrm rot="0">
            <a:off x="8204200" y="1308100"/>
            <a:ext cx="863600" cy="203200"/>
          </a:xfrm>
          <a:prstGeom prst="rect">
            <a:avLst/>
          </a:prstGeom>
          <a:solidFill>
            <a:srgbClr val="CCFFFF"/>
          </a:solidFill>
          <a:ln w="3175">
            <a:solidFill>
              <a:srgbClr val="000000"/>
            </a:solidFill>
            <a:prstDash val="solid"/>
          </a:ln>
        </p:spPr>
        <p:txBody>
          <a:bodyPr wrap="square" lIns="0" tIns="0" rIns="25400" bIns="0" rtlCol="0" anchor="ctr"/>
          <a:lstStyle/>
          <a:p>
            <a:pPr algn="r">
              <a:lnSpc>
                <a:spcPct val="100%"/>
              </a:lnSpc>
              <a:defRPr sz="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00" b="1">
                <a:latin typeface="Times New Roman"/>
                <a:ea typeface="Times New Roman"/>
                <a:cs typeface="Times New Roman"/>
              </a:rPr>
              <a:t>2,100.00</a:t>
            </a:r>
          </a:p>
        </p:txBody>
      </p:sp>
      <p:sp>
        <p:nvSpPr>
          <p:cNvPr id="379187016" name="Text">
    </p:cNvPr>
          <p:cNvSpPr>
            <a:spLocks noGrp="1"/>
          </p:cNvSpPr>
          <p:nvPr/>
        </p:nvSpPr>
        <p:spPr>
          <a:xfrm rot="0">
            <a:off x="6477000" y="1308100"/>
            <a:ext cx="863600" cy="203200"/>
          </a:xfrm>
          <a:prstGeom prst="rect">
            <a:avLst/>
          </a:prstGeom>
          <a:solidFill>
            <a:srgbClr val="CCFFFF"/>
          </a:solidFill>
          <a:ln w="3175">
            <a:solidFill>
              <a:srgbClr val="000000"/>
            </a:solidFill>
            <a:prstDash val="solid"/>
          </a:ln>
        </p:spPr>
        <p:txBody>
          <a:bodyPr wrap="square" lIns="0" tIns="0" rIns="25400" bIns="0" rtlCol="0" anchor="ctr"/>
          <a:lstStyle/>
          <a:p>
            <a:pPr algn="r">
              <a:lnSpc>
                <a:spcPct val="100%"/>
              </a:lnSpc>
              <a:defRPr sz="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00" b="1">
                <a:latin typeface="Times New Roman"/>
                <a:ea typeface="Times New Roman"/>
                <a:cs typeface="Times New Roman"/>
              </a:rPr>
              <a:t>0.00</a:t>
            </a:r>
          </a:p>
        </p:txBody>
      </p:sp>
      <p:sp>
        <p:nvSpPr>
          <p:cNvPr id="1289444182" name="Text">
    </p:cNvPr>
          <p:cNvSpPr>
            <a:spLocks noGrp="1"/>
          </p:cNvSpPr>
          <p:nvPr/>
        </p:nvSpPr>
        <p:spPr>
          <a:xfrm rot="0">
            <a:off x="3022600" y="1308100"/>
            <a:ext cx="863600" cy="203200"/>
          </a:xfrm>
          <a:prstGeom prst="rect">
            <a:avLst/>
          </a:prstGeom>
          <a:solidFill>
            <a:srgbClr val="CCFFFF"/>
          </a:solidFill>
          <a:ln w="3175">
            <a:solidFill>
              <a:srgbClr val="000000"/>
            </a:solidFill>
            <a:prstDash val="solid"/>
          </a:ln>
        </p:spPr>
        <p:txBody>
          <a:bodyPr wrap="square" lIns="0" tIns="0" rIns="25400" bIns="0" rtlCol="0" anchor="ctr"/>
          <a:lstStyle/>
          <a:p>
            <a:pPr algn="r">
              <a:lnSpc>
                <a:spcPct val="100%"/>
              </a:lnSpc>
              <a:defRPr sz="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00" b="1">
                <a:latin typeface="Times New Roman"/>
                <a:ea typeface="Times New Roman"/>
                <a:cs typeface="Times New Roman"/>
              </a:rPr>
              <a:t>0.00</a:t>
            </a:r>
          </a:p>
        </p:txBody>
      </p:sp>
      <p:sp>
        <p:nvSpPr>
          <p:cNvPr id="1146788481" name="Text">
    </p:cNvPr>
          <p:cNvSpPr>
            <a:spLocks noGrp="1"/>
          </p:cNvSpPr>
          <p:nvPr/>
        </p:nvSpPr>
        <p:spPr>
          <a:xfrm rot="0">
            <a:off x="254000" y="7124700"/>
            <a:ext cx="10045700" cy="1524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00">
                <a:latin typeface="Times New Roman"/>
                <a:ea typeface="Times New Roman"/>
                <a:cs typeface="Times New Roman"/>
              </a:rPr>
              <a:t>Rua direita da rotunda da fubu em frente gondo africa/ Tel.:923707677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