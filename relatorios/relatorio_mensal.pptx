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tiff" ContentType="image/tiff"/>
  <Default Extension="rels" ContentType="application/vnd.openxmlformats-package.relationships+xml"/>
  <Default Extension="xml" ContentType="application/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presentation.xml" ContentType="application/vnd.openxmlformats-officedocument.presentationml.presentation.main+xml"/>
</Types>
</file>

<file path=_rels/.rels><?xml version="1.0" encoding="UTF-8" standalone="yes"?>
<Relationships xmlns="http://schemas.openxmlformats.org/package/2006/relationships">
<Relationship Id="rId1" Type="http://schemas.openxmlformats.org/officeDocument/2006/relationships/officeDocument" Target="ppt/presentation.xml"/>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Sm"/>
  </p:sldMasterIdLst>
  <p:sldIdLst>
</p:sldIdLst>
  <p:sldSz cx="10693400" cy="7556500" type="custom"/>
  <p:notesSz cx="6858000" cy="9144000"/>
</p:presentation>
</file>

<file path=ppt/_rels/presentation.xml.rels><?xml version="1.0" encoding="UTF-8" standalone="yes"?>
<Relationships xmlns="http://schemas.openxmlformats.org/package/2006/relationships">
<Relationship Id="rIdTh" Type="http://schemas.openxmlformats.org/officeDocument/2006/relationships/theme" Target="theme/theme1.xml"/>
<Relationship Id="rIdSm" Type="http://schemas.openxmlformats.org/officeDocument/2006/relationships/slideMaster" Target="slideMasters/slideMaster1.xml"/>
</Relationships>

</file>

<file path=ppt/slideLayouts/_rels/slideLayout1.xml.rels><?xml version="1.0" encoding="UTF-8" standalone="yes"?>
<Relationships xmlns="http://schemas.openxmlformats.org/package/2006/relationships">
<Relationship Id="rIdSm" Type="http://schemas.openxmlformats.org/officeDocument/2006/relationships/slideMaster" Target="../slideMasters/slideMaster1.xml"/>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
<Relationship Id="rIdTh" Type="http://schemas.openxmlformats.org/officeDocument/2006/relationships/theme" Target="../theme/theme1.xml"/>
<Relationship Id="rIdSl" Type="http://schemas.openxmlformats.org/officeDocument/2006/relationships/slideLayout" Target="../slideLayouts/slideLayout1.xml"/>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Sl"/>
  </p:sldLayoutIdLst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BF0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